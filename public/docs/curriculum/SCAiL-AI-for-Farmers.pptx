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731520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Inter"/>
              </a:rPr>
              <a:t>AI for Farmers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D4A843"/>
                </a:solidFill>
                <a:latin typeface="Inter"/>
              </a:rPr>
              <a:t>Practical Tools for South Carolina Agriculture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SCAiL — South Carolina AI Literacy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0" y="457200"/>
            <a:ext cx="548640" cy="5486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" cy="3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B365D"/>
                </a:solidFill>
                <a:latin typeface="Inter"/>
              </a:rPr>
              <a:t>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1.  AI in precision agriculture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2.  Weather prediction tools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3.  Crop monitoring with AI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4.  Livestock management tools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5.  Finding grants and subsidies with AI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6.  Hands-on demos you can take home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D4A843"/>
                </a:solidFill>
                <a:latin typeface="Inter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Inter"/>
              </a:rPr>
              <a:t>South Carolina farmers have always used the best tools they could get their hands on. AI is the next tool. Same job, sharper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4A843"/>
                </a:solidFill>
                <a:latin typeface="Inter"/>
              </a:rPr>
              <a:t>— SCAiL Field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1: Precision Agriculture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 Precision Ag Actually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Knowing exactly what your land needs, where, and when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Less wasted seed, fertilizer, water, and time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Sensors and satellites doing the watching for you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Decisions based on real data, not just gut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Already in use across SC peach and row crop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Many farmers think this is for big corporate farms only. It is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Tools That Pay for Themselves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Climate FieldView — field-by-field crop tracking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Granular — farm management with AI insights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John Deere Operations Center — equipment + AI integration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FarmLogs — free for small operations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Most have free trials and SC dealer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2: Weather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Smarter Than the Local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Hyperlocal weather AI down to the field level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Frost warnings 48-72 hours out for sensitive crops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Storm tracking that helps you plan irrigation and harvest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Drought outlooks that help you plan for the season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Free tools: Windy.com, ClimaCell, NOAA AI feeds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3: Crop Monitoring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Eyes in the 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Drones with AI imaging spot disease before you can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Satellite AI flags moisture stress across acres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Pest detection from photos on your phone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Yield predictions weeks before harvest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Many tools are free or USDA-subsidized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4: Livestock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AI for Animals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Smart collars and ear tags track health and location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AI alerts you when an animal is sick or in distress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Feed optimization based on individual animal data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Calving and lambing alerts straight to your phone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Less time chasing problems, more time fixing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5: Grants and Subsidies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AI as Your Grant Researcher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Ask ChatGPT: 'What USDA grants apply to a small SC peach farm?'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AI to draft your first grant application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Find SC-specific cost-share programs you didn't know existed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Research crop insurance options in plain English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Save hours on paperwork you used to dread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Find a Grant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Open ChatGPT on the laptop or tablet provided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Type your county and main crop or livestock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Ask: 'What federal and state ag grants apply to me?'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Read the list out loud — circle the 2 most relevant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Take the list home and call your county extension office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6: Live Demos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 You Saw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Real AI tools running on real SC farm data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Free and low-cost options for every farm size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USDA and Clemson Extension partnerships available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Local dealers who can help you set things up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 SCAiL contact who'll answer questions later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Farmers and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365D"/>
                </a:solidFill>
                <a:latin typeface="Inter"/>
              </a:rPr>
              <a:t>What You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At least one AI tool you'll try on your operation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grant or subsidy lead worth pursuing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Plain-English understanding of precision ag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Names of SC ag extension contacts who can help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An invitation to the next SCAiL ag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Questions? hello@scail.org  ·  scail.org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A843"/>
                </a:solidFill>
                <a:latin typeface="Inter"/>
              </a:rPr>
              <a:t>AI Literacy for Every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