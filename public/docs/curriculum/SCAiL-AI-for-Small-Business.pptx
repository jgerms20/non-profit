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731520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Inter"/>
              </a:rPr>
              <a:t>AI for Small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D4A843"/>
                </a:solidFill>
                <a:latin typeface="Inter"/>
              </a:rPr>
              <a:t>A Four-Week Practical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SCAiL — South Carolina AI Literacy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0" y="457200"/>
            <a:ext cx="548640" cy="5486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097280" cy="3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B365D"/>
                </a:solidFill>
                <a:latin typeface="Inter"/>
              </a:rPr>
              <a:t>Four Weeks, Four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1.  Week 1: AI for marketing — social, ads, content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2.  Week 2: AI for operations — inventory, scheduling, admin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3.  Week 3: AI for customer service — chatbots, email, reviews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4.  Week 4: Building your own AI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Small Business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0" b="1">
                <a:solidFill>
                  <a:srgbClr val="D4A843"/>
                </a:solidFill>
                <a:latin typeface="Inter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601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Inter"/>
              </a:rPr>
              <a:t>If you can describe your business in plain English to another person, you can use AI in your business today. That's the whole bar.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4A843"/>
                </a:solidFill>
                <a:latin typeface="Inter"/>
              </a:rPr>
              <a:t>— SCAiL Field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Small Business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Week 1: AI for Marketing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Marketing on a Tight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Generate a week of social posts in 20 minutes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Write product descriptions that actually sound human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Draft Facebook and Instagram ads that convert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Translate your marketing into Spanish or other languages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Create images for your menu, store, or service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40000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Presenter note: This is usually the moment a small business owner sees the value. Spend extra time 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Small Business Owners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Hands-On: Your First AI Social 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1.  Tell ChatGPT what your business does in 2 sentences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2.  Ask: 'Write 5 Instagram captions for my business this week'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3.  Pick the one that sounds most like you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4.  Ask: 'Make this one shorter and punchier'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5.  Save it for next week's posting schedule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Small Business Owners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Week 2: AI for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The Boring Stuff, 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Inventory tracking with AI photo recognition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Schedule planning with conflict detection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Receipt and expense sorting with AI scanning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Vendor and supplier research in minutes, not hours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Meeting notes auto-summarized and emailed to your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Small Business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Tools to Try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ChatGPT and Gemini — general assistants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Notion AI — notes, plans, and project tracking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Otter.ai — meeting transcripts and summaries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Canva — AI-assisted design for free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Google Workspace + Gemini — built into your existing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Small Business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Week 3: AI for Customer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Better Service, Less Burnout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Auto-respond to common questions with a chatbot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Draft replies to negative reviews calmly and professionally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Send personalized thank-you notes at scale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Translate customer messages in real time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Spot patterns in customer feedback you'd otherwise miss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Small Business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Hands-On: Hard Customer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1.  Think of a hard customer interaction you had recently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2.  Describe it neutrally to ChatGPT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3.  Ask: 'Help me write a calm, professional response'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4.  Edit it to sound like you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5.  Use this approach next time you're frustrated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Small Business Owners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Week 4: Build Your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Pick Your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Where do you waste the most time each week?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Where do you lose the most money to inefficiency?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What part of your business do you dread the most?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Pick ONE — that's your first AI project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Master one tool before adding a second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Small Business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Your AI Adoption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Pick 2 tools to use weekly for the next 30 days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Track time saved — write it down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Tell one other business owner what worked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Reassess at day 30 — keep what works, drop what doesn't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Come back to SCAiL for advanced workshops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Small Business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B365D"/>
                </a:solidFill>
                <a:latin typeface="Inter"/>
              </a:rPr>
              <a:t>What You Walk Away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Two AI tools you'll use this month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4-week implementation plan that fits your business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Real time saved on marketing, ops, and service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clearer view of where AI fits — and where it doesn't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SCAiL community that has your 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Questions? hello@scail.org  ·  scail.org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4A843"/>
                </a:solidFill>
                <a:latin typeface="Inter"/>
              </a:rPr>
              <a:t>AI Literacy for Every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