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731520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Inter"/>
              </a:rPr>
              <a:t>AI for Your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D4A843"/>
                </a:solidFill>
                <a:latin typeface="Inter"/>
              </a:rPr>
              <a:t>Practical Skills for the Workday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SCAiL — South Carolina AI Literacy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0" y="457200"/>
            <a:ext cx="548640" cy="5486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097280" cy="3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B365D"/>
                </a:solidFill>
                <a:latin typeface="Inter"/>
              </a:rPr>
              <a:t>What We'll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1.  AI tools that fit your specific job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2.  Building a stronger resume with AI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3.  Writing better emails in less time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4.  Finding job opportunities you'd miss otherwise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5.  Hands-on practice with real workplace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Your Job: Practical Skills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1: AI for Your Specific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There's an AI for That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Admin and office work — drafting, scheduling, summarizing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Healthcare — note-taking, patient communication, scheduling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Agriculture — weather, crop monitoring, equipment alerts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Retail and service — inventory, customer messages, training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Skilled trades — quotes, scheduling, supplier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40000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Presenter note: Ask the room what they do for work and pick 2-3 to demo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Your Job: Practical Skills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0" b="1">
                <a:solidFill>
                  <a:srgbClr val="D4A843"/>
                </a:solidFill>
                <a:latin typeface="Inter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601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Inter"/>
              </a:rPr>
              <a:t>The biggest AI gap in South Carolina isn't between people and machines. It's between people who use AI for an hour a week and people who never opened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4A843"/>
                </a:solidFill>
                <a:latin typeface="Inter"/>
              </a:rPr>
              <a:t>— SCAiL Field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Your Job: Practical Skills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2: Resume Building with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Your Resume, Sharper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Paste your current resume into ChatGPT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Ask: 'How would you improve this for a [job title] role?'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Ask: 'Rewrite my work history using stronger action verbs'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Ask: 'Tailor this to a job description I'll paste below'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You stay in charge — accept what helps, reject what doesn't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Your Job: Practical Skills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Hands-On: Resume Tune-Up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1.  Open ChatGPT or Google Gemini on the laptop in front of you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2.  Type or paste 3-5 lines of your work history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3.  Ask the AI to rewrite them with stronger action verbs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4.  Compare the original and the new version side by side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5.  Pick the changes you actually like — keep your voice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Your Job: Practical Skills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3: Email Writing with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Faster, Clearer, Less Stressful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Ask AI to draft a first version, then edit by hand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it to soften a frustrated email before you send it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it to translate a confusing email into plain English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it to write a follow-up when you're stuck on what to say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Always read it before you send. Always.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Your Job: Practical Skills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Hands-On: Email Rewrite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1.  Think of an email you've been putting off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2.  Type the situation in plain English to ChatGPT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3.  Ask: 'Help me write a polite, professional email about this'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4.  Read what it gives you out loud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5.  Edit until it sounds like you, then save it as a draft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Your Job: Practical Skills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4: Job Searching with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Hidden Doors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Ask AI: 'What jobs in [your county] match my background?'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AI to write a strong LinkedIn About section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AI to prepare for interview questions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AI to research a company before you apply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AI to draft thank-you notes after interviews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Your Job: Practical Skills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5: Hands-On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Hands-On: Pick One Real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1.  Pick one workplace task you do every week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2.  Open ChatGPT and describe the task in your own words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3.  Ask the AI to help you do it faster or better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4.  Try the result, then refine your prompt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5.  Save the prompt. You'll use it again.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Your Job: Practical Skills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What to Do Tomorrow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Bookmark ChatGPT or Gemini on your phone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Pick one daily task to try AI on this week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Tell a coworker what you learned today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Come back to SCAiL for the next workshop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Ask us anything by email — we read every message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for Your Job: Practical Skills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B365D"/>
                </a:solidFill>
                <a:latin typeface="Inter"/>
              </a:rPr>
              <a:t>What You Walk Away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working AI tool you can use Monday morning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sharper resume built in front of you today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draft email that used to take you an hour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clearer job search strategy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Confidence that AI is a tool you can use, not fear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Questions? hello@scail.org  ·  scail.org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4A843"/>
                </a:solidFill>
                <a:latin typeface="Inter"/>
              </a:rPr>
              <a:t>AI Literacy for Every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