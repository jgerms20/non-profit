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AI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What Is AI and Why Should I Care?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What AI actually is, in plain language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AI you already use every day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A live ChatGPT demo, hands-on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What AI can't do (and shouldn't)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Your questions, our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1: What AI Actually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AI Is Not What You 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AI is software that learns from examples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is not a robot, not a brain, not magic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guesses the next best word, image, or answer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Like autocomplete, but a million times bigger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Built by people. Owned by companies. Used by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Frame this as removing mystery, not adding fear. The goal is comfort with the term.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Three Words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Algorithm — a recipe a computer follows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Model — the trained system that makes the guesses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Prompt — what you type to ask the AI for help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That's it. That's the whole vocabulary for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2: AI You Already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You're Already an AI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Siri, Alexa, and Google Assistant — speech AI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Netflix recommendations — pattern AI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Google Maps traffic predictions — prediction AI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Spam filters in your email — sorting AI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Photo tagging on your phone — image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Pause here and ask the room which ones surprise them. Most people don't realize how many they already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Most South Carolinians have used AI a hundred times this week. They just didn't know what to call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3: Hands-On with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Try It Yourself: First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Open chat.openai.com on your phone or laptop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Type: 'Explain how a thunderstorm works to a 10-year-old in Columbia, SC'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Read the answer out loud with your neighbor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Now try: 'Write a thank-you note to my grandmother for the peach cobbler'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Notice how it changes when you change the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Just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asked a question in plain English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The AI gave a real, useful answer in seconds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did not need to know any code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did not need a computer science degree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can do this every day, for free, starting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4: What AI Can't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AI Has Real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can be confidently wrong — always double-check facts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does not know about events after its training cutoff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does not understand you the way a friend does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cannot replace your judgment, your values, or your relationships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It is a tool. You are still the boss.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This slide is the most important. Plant the flag: AI helps; humans decide.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When NOT to Trust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Medical decisions — talk to a doctor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Legal questions with real stakes — talk to a lawyer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Anything that asks for your bank info or password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Anything that sounds 'too good to be true'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Anything where being wrong would really hurt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101: What Is AI and Why Should I Care?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5: Your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plain-language definition of what AI is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Three vocabulary words that unlock the rest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Hands-on experience using ChatGPT for a real task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clear sense of what AI is good and bad at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An invitation back: every SCAiL workshop is free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