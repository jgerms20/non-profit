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731520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Inter"/>
              </a:rPr>
              <a:t>AI Leadership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D4A843"/>
                </a:solidFill>
                <a:latin typeface="Inter"/>
              </a:rPr>
              <a:t>Lead AI Adoption in Your Organization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SCAiL — South Carolina AI Literacy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0" y="457200"/>
            <a:ext cx="548640" cy="5486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097280" cy="3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B365D"/>
                </a:solidFill>
                <a:latin typeface="Inter"/>
              </a:rPr>
              <a:t>Eight Weeks of Strategic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1.  Module 1: AI strategy and planning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2.  Module 2: Leading AI transformation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3.  Module 3: Building AI-powered organizations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4.  Module 4: Fundraising with AI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5.  Module 5: AI ethics and governance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6.  Module 6: Capstone project and pitch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Leadership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0" b="1">
                <a:solidFill>
                  <a:srgbClr val="D4A843"/>
                </a:solidFill>
                <a:latin typeface="Inter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601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Inter"/>
              </a:rPr>
              <a:t>The organizations that win the next decade won't be the ones with the most AI. They'll be the ones whose people understand it best.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4A843"/>
                </a:solidFill>
                <a:latin typeface="Inter"/>
              </a:rPr>
              <a:t>— SCAiL Field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Leadership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1: AI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Strategy Before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Don't start with 'which AI tool should we buy?'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Start with 'what are we actually trying to do better?'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Map your top 5 organizational pain points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Match AI capabilities to those pain points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Pick ONE pilot — small, measurable, reversible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40000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Presenter note: This is the most common mistake leaders make. Repeat it twice.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Leadership Academy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The 3-Question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Where are we losing the most time today?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Where are we making the most preventable errors?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Where could AI help us reach more people for less money?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Pick the answer that overlaps all three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That's where your AI pilot starts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Leadership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2: Leading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Leading Through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Most people fear AI because they fear losing their jobs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Acknowledge that fear directly — never dismiss it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Frame AI as a tool that elevates people, not replaces them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Train your team early — anxiety drops with familiarity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Celebrate early wins publicly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Leadership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3: AI-Powered Organizations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What 'AI-Powered' Actually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AI integrated into your weekly workflow, not bolted on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Every staff member has at least one AI use case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Decisions are still made by humans, faster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Routine tasks are automated, freeing time for relationships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Your impact per dollar goes up — measurably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Leadership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4: Fundraising with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AI for Grant 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AI to research funders that match your mission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Draft first versions of LOIs and proposals 10x faster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AI to summarize past funder reports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Personalize outreach emails to major donors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Always edit and verify — AI is a draft engine, not a sender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Leadership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Hands-On: Grant Research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1.  Open ChatGPT on your laptop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2.  Describe your organization's mission in 3 sentences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3.  Ask: 'List 10 funders that match this mission'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4.  Verify each one online — at least 3 should be real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5.  Save the verified list — that's your prospect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Leadership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5: Ethics &amp;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AI Governance for Your Organization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Write a one-page AI use policy for your staff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Define what data can and cannot be put into AI tools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Be transparent with stakeholders about your AI use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Audit AI outputs regularly for bias and errors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Treat AI ethics as a competitive advantage, not a constraint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Leadership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Hard Questions to Sit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Whose voice could be flattened by AI in your work?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What relationships could AI accidentally damage?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What's your plan when AI is confidently wrong?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How do you train your team to recognize bias?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How will you tell your community about your AI use?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Leadership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6: Capstone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Your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 written AI implementation plan for your organization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 pitch deck for your board or funders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 90-day roadmap with measurable milestones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An AI use policy draft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 presentation to the SCAiL cohort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Leadership 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B365D"/>
                </a:solidFill>
                <a:latin typeface="Inter"/>
              </a:rPr>
              <a:t>What You Walk Away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An AI implementation plan ready for your board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pitch deck for an AI-enabled venture or program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grant prospect list and draft LOI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network of SC AI-literate leaders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SCAiL Leadership Academy credential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6928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Questions? hello@scail.org  ·  scail.org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4A843"/>
                </a:solidFill>
                <a:latin typeface="Inter"/>
              </a:rPr>
              <a:t>AI Literacy for Every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