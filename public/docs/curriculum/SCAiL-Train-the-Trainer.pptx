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731520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Inter"/>
              </a:rPr>
              <a:t>Train the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D4A843"/>
                </a:solidFill>
                <a:latin typeface="Inter"/>
              </a:rPr>
              <a:t>AI Education Certification — 12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SCAiL — South Carolina AI Literacy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0" y="457200"/>
            <a:ext cx="548640" cy="548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" cy="3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365D"/>
                </a:solidFill>
                <a:latin typeface="Inter"/>
              </a:rPr>
              <a:t>Twelve Weeks to Certified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1.  Module 1: AI fundamentals deep dive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2.  Module 2: Teaching AI to non-technical audiences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3.  Module 3: Curriculum design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4.  Module 4: Facilitation techniques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5.  Module 5: Assessment methods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6.  Module 6: Practicum — teach a real workshop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7.  Module 7: Certification exam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D4A843"/>
                </a:solidFill>
                <a:latin typeface="Inter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Inter"/>
              </a:rPr>
              <a:t>Every community in South Carolina deserves a SCAiL-certified educator within 30 minutes of home. That's the goal. You're how we get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843"/>
                </a:solidFill>
                <a:latin typeface="Inter"/>
              </a:rPr>
              <a:t>— SCAiL Field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1: AI Fundamentals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Every Educator Must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How large language models actually work, in plain English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What 'training data' is and why it matters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Why AI hallucinates — and how to spot it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The difference between generative and predictive AI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Where AI is heading in the next 2 years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2: Teaching Non-Technical Audiences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Translate, Don't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Replace every jargon word with a plain-English version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stories before stats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familiar examples — not Silicon Valley ones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Anchor every concept in something the learner already knows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If they look confused, you went too fast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This is the most important skill in this entire program. Spend extra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The Three-Layer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Layer 1: A 10-second explanation a child could repeat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Layer 2: A 1-minute explanation a curious adult would enjoy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Layer 3: A 5-minute explanation for someone who wants depth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Always start at Layer 1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Only go deeper when asked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3: Curriculum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Building a Workshop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Start with the outcome — what should learners be able to DO?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Work backwards from outcomes to activities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Build in hands-on practice every 15 minutes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Plan for technology failures — always have an offline backup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End with a clear next step for every learner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4: Facilitation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Holding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Read the room every 5 minutes — adjust as needed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silence — wait at least 7 seconds for answers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Repeat questions back so the whole room can hear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Welcome 'wrong' answers — they teach the room more than right ones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Always end with energy, not exhaustion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Teach a 3-Minute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Pair up with another educator-in-training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Each of you picks one AI concept to teach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Take turns teaching it in 3 minutes, no more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Give each other one piece of specific feedback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Note what worked — that's what you'll use in your practicum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5: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Did They Actually Learn?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'show me' over 'tell me' — learners demonstrate, not recite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Pre and post surveys to measure confidence shifts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One-month follow-up: did they actually use AI?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Story collection — testimonials are gold for funders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Refine your curriculum based on real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6: Practicum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Teach a Real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Pick one SCAiL course to deliver in your community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Co-teach with a SCAiL mentor your first time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Lead solo your second time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Collect feedback from at least 5 participants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Reflect on what you'd change — and do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7: Certification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Certification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can deliver any SCAiL workshop independently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can co-design new curriculum with the SCAiL team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earn the SCAiL-Certified AI Educator credential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join a statewide network of certified educators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can earn stipends for delivering workshops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Your Educator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Full facilitator guides for every SCAiL course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Editable slide decks (these — the ones you're holding now)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Handout templates and assessment rubrics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Access to the SCAiL trainer Slack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Ongoing professional development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Train the Trainer: AI Education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Inter"/>
              </a:rPr>
              <a:t>What You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SCAiL-Certified AI Educator credential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complete teaching toolkit for 8 SCAiL courses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Real practicum experience teaching in your community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statewide network of fellow certified educators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The ability to bring AI literacy to anyone, anywhere in SC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Questions? hello@scail.org  ·  scail.org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843"/>
                </a:solidFill>
                <a:latin typeface="Inter"/>
              </a:rPr>
              <a:t>AI Literacy for Every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