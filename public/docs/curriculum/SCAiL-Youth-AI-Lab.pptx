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Youth AI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Build Your First AI Project — In 6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Six Weeks, 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Week 1: AI basics and ethics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Week 2: Prompt engineering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Week 3: No-code AI tools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Week 4: Building a chatbot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Week 5: Creative AI projects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6.  Week 6: Demo Day — show what you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You're already smarter than the AI in some ways. The trick is figuring out which ways — and using AI for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1: Basics &amp; 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AI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learns from millions of examples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guesses the most likely next word, image, or answer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is built by people who chose what to feed it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Those choices shape what it can and can't do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Understanding this is your superpower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The Ethics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Whose work was AI trained on? Did they get paid?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Who is harmed when AI is wrong about people?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Is using AI for school work cheating? When? Why?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What jobs might disappear? What jobs might appear?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These are YOUR questions — the answers aren't decided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Don't lecture. Open it up. The students will surprise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2: 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Better Prompts, Better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Be specific about what you want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Tell AI who it should be (a tutor, a coach, a friend)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Show examples of the kind of answer you want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 follow-up questions instead of starting over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If the answer is bad, the prompt is usually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Prompt 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Pair up with a partner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Goal: Get ChatGPT to write a 4-line poem about Columbia, SC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Round 1: Use a one-line prompt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Round 2: Use a 5-line, specific prompt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Compare and discuss what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3: No-Code AI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Build Without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Bolt.new — turn an idea into a website by talking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Replit — build apps with AI as your co-pilot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Glide — turn a Google Sheet into a real app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Canva AI — design like a pro in minutes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All free or have free tiers for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4: Build a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First Real AI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a problem in your school or community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Design a chatbot that helps with that problem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 no-code tool to actually build it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Test it with a real person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Iterate based on what they tell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Build the First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Open Bolt.new on your laptop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Tell it what your chatbot should do, in plain English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Watch it build the first version in front of you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Click through it. Find what's broken.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Tell Bolt what to fix — and watch it fix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5: Creative AI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Make Things You Couldn't Make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Generate art, music, and video clips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Write a short story with AI as your editor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Build a game level using AI tools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Make a real video for your social media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amplify your creativity, not replace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6: Demo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Show Your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3-minute demo of what you built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Share what worked and what broke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Explain the problem you solved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Take questions from the room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Trade tips with the other builders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This Means for Your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real project for college applications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portfolio piece that didn't exist 3 years ago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Skills employers actively hire for in 2026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Confidence to keep building on your own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network of fellow young SCAiL builders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Youth AI Lab: Build Your First AI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An AI project you built and demoed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Real prompt engineering skills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Working knowledge of 4+ no-code AI tools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portfolio piece for college and jobs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SCAiL Youth Lab credential — first cohort in SC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